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75D90-D777-4981-B319-783D80F4D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C98995-5CDC-485B-8B3C-FDE8C44AB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6E29D1-70E9-4790-90AF-C2E891B54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50C7A3-9E2B-4294-BC2A-21D874CF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633015-B625-4A8E-A8A2-A6B9BA42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041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2C281-17EE-49D5-B1DB-66BB91B0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102F5E-48F7-4919-AD15-0A70A158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7D675E-FC8C-46E4-8E79-02E22719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333094-1D77-4E29-8735-5D17E783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79A831-39EA-4CF7-9D1F-23160E3A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063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ED81C-E5C3-4791-BBBC-70DFF6A9E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29C230-931F-4AD0-A4F7-6F49E0FBC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CA4519-2196-4116-A175-D9F6C423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A03F8C-5F35-4F06-91BB-D1DBA611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D4873D-C1E3-435F-8095-889FD64E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122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12276-2A65-4443-AB82-91EADDA6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7F9731-2CD2-4E14-A5E5-36E1BEB72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36E37F-7C10-443A-A140-322E84509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18B1D3-1C85-4D70-A6AC-7BF982D5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498C84-CE8C-4736-8F54-8D90F36C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B5D22F-6684-4872-BDF5-14CDDC53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18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172FA3-61D2-4489-B621-925445A7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584D85-3D9B-4EC8-9738-BC91EA58E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F4B360-5587-427A-B5D1-CD7248FBE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3EA8C1-FB09-4CB6-9905-B9921CDA0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1BFBE0-A19B-4E2F-9EA0-96D5AC506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3AD20F-0DE3-4494-98D6-D1D94D1E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B0B3FB-3D86-4294-93C1-25C334F8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FA0CBA4-89BE-4EAA-ADD5-853F2C6E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06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9E0298-04BD-4C40-B5C3-05155E883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DAE90A-B64C-4A8F-A80A-99007B84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67A56F-8EF0-46A1-91E7-1EF4EAFE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3928DB-F5B0-4053-906B-3174578D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350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C3587D-9E49-4CBB-94A7-473E3599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AED282-CC85-480A-8A42-480F428B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9959E4-83AA-4D05-9C33-62110465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899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6F861-5101-4D59-A9C7-CB20093A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7C68CD-9D79-4A0A-8200-B72ECE625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ABA7E2-BDAD-4937-823C-42F2740BF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F8EC7-3C99-402F-A625-3E1E1230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7CACBB-9C50-404A-8245-9ACF9BE5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9DF51B-8219-4A40-9030-079B5064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495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7C7AA-7D7A-4D27-A022-C4EEE8A6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04A24C-4CE1-4E19-AF4B-C512F7B98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FCBAF4-DF11-43FB-91F4-6D90A74A1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E2F8FB-9CFC-4732-8A53-3D30A8B1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4258D5-3389-49EA-BCA5-A91868A5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1F2D9D-28AF-402C-AC1A-32A812CF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1114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FA27C-118A-4C98-BA0C-CFA24758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2D7422-2781-4740-A454-407E44B3B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2342CD-4C3B-4B46-9135-C2C76906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1ADEF1-EACD-4531-A8EB-824896AA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FCD0A-F7E3-4CE6-AF9A-D480C0D9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290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29AC54-3712-4810-9160-456901DEA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C62478-22D1-45D5-9858-3CC9FDF6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A2FF41-C2F5-4C51-A2A8-2D479493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AC505-F840-4E32-A970-C6692ECB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B7E5B5-A1F8-4583-A932-04DF92F3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382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1DAF3A-EA7D-4373-8C07-8E2A57D2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81023F-507C-4D82-984E-BF4AF12CC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6D2BA-5B3E-4B97-AA46-DAE17DADE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03F2F-F99D-4698-B974-4C26EFCD3DDB}" type="datetimeFigureOut">
              <a:rPr lang="en-DE" smtClean="0"/>
              <a:t>22/09/2026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0B1F1E-74B2-45D3-9A86-3EFF36BA3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71406D-3CD7-4E63-AD46-77B7F73A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CD06C-39A0-4C16-8D5E-28E1B52C0699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523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AF933E-0FF4-478E-96ED-A67FDF902A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7DD8E7-2400-4E12-A9DD-CFDD9CC4E0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2778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25707D27-2109-475F-88E0-7BAD34AEC9E7}"/>
              </a:ext>
            </a:extLst>
          </p:cNvPr>
          <p:cNvSpPr/>
          <p:nvPr/>
        </p:nvSpPr>
        <p:spPr>
          <a:xfrm>
            <a:off x="4239491" y="872836"/>
            <a:ext cx="3844636" cy="1517073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Compile metadata for preprint</a:t>
            </a:r>
            <a:br>
              <a:rPr lang="en-US" sz="2600" dirty="0"/>
            </a:br>
            <a:r>
              <a:rPr lang="en-US" sz="2600" dirty="0"/>
              <a:t>(learning objective)</a:t>
            </a:r>
            <a:endParaRPr lang="en-DE" sz="2600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0A5593C-0A3B-404B-A77F-CC40C2B716B9}"/>
              </a:ext>
            </a:extLst>
          </p:cNvPr>
          <p:cNvSpPr/>
          <p:nvPr/>
        </p:nvSpPr>
        <p:spPr>
          <a:xfrm>
            <a:off x="7606607" y="4362795"/>
            <a:ext cx="3844636" cy="151707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Practice metadata compilation on sample manuscript</a:t>
            </a:r>
            <a:br>
              <a:rPr lang="en-US" sz="2600" dirty="0"/>
            </a:br>
            <a:r>
              <a:rPr lang="en-US" sz="2600" dirty="0"/>
              <a:t>(teaching activity)</a:t>
            </a:r>
            <a:endParaRPr lang="en-DE" sz="260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2157476-F801-4C0D-AA55-AC3494FAB6E4}"/>
              </a:ext>
            </a:extLst>
          </p:cNvPr>
          <p:cNvSpPr/>
          <p:nvPr/>
        </p:nvSpPr>
        <p:spPr>
          <a:xfrm>
            <a:off x="740758" y="4362795"/>
            <a:ext cx="3844636" cy="1517073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Hand in metadata record  for feedback</a:t>
            </a:r>
            <a:br>
              <a:rPr lang="en-US" sz="2600" dirty="0"/>
            </a:br>
            <a:r>
              <a:rPr lang="en-US" sz="2600" dirty="0"/>
              <a:t>(assessment task)</a:t>
            </a:r>
            <a:endParaRPr lang="en-DE" sz="2600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54DA664-BEEB-4222-893F-87E691203C8E}"/>
              </a:ext>
            </a:extLst>
          </p:cNvPr>
          <p:cNvCxnSpPr>
            <a:cxnSpLocks/>
          </p:cNvCxnSpPr>
          <p:nvPr/>
        </p:nvCxnSpPr>
        <p:spPr>
          <a:xfrm flipH="1">
            <a:off x="2814320" y="2495205"/>
            <a:ext cx="1425171" cy="1731355"/>
          </a:xfrm>
          <a:prstGeom prst="straightConnector1">
            <a:avLst/>
          </a:prstGeom>
          <a:ln w="142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0DCB941-C911-4DF1-A645-39DD2C67BC4D}"/>
              </a:ext>
            </a:extLst>
          </p:cNvPr>
          <p:cNvCxnSpPr>
            <a:cxnSpLocks/>
          </p:cNvCxnSpPr>
          <p:nvPr/>
        </p:nvCxnSpPr>
        <p:spPr>
          <a:xfrm flipH="1">
            <a:off x="4907627" y="5194990"/>
            <a:ext cx="2376746" cy="0"/>
          </a:xfrm>
          <a:prstGeom prst="straightConnector1">
            <a:avLst/>
          </a:prstGeom>
          <a:ln w="142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A3127E3-2E7B-4CBC-8925-25613274A1C7}"/>
              </a:ext>
            </a:extLst>
          </p:cNvPr>
          <p:cNvCxnSpPr>
            <a:cxnSpLocks/>
          </p:cNvCxnSpPr>
          <p:nvPr/>
        </p:nvCxnSpPr>
        <p:spPr>
          <a:xfrm>
            <a:off x="8094230" y="2495204"/>
            <a:ext cx="1434695" cy="1731356"/>
          </a:xfrm>
          <a:prstGeom prst="straightConnector1">
            <a:avLst/>
          </a:prstGeom>
          <a:ln w="142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09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25707D27-2109-475F-88E0-7BAD34AEC9E7}"/>
              </a:ext>
            </a:extLst>
          </p:cNvPr>
          <p:cNvSpPr/>
          <p:nvPr/>
        </p:nvSpPr>
        <p:spPr>
          <a:xfrm>
            <a:off x="4239491" y="872836"/>
            <a:ext cx="3844636" cy="1517073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Learning objectives/ outcomes</a:t>
            </a:r>
            <a:endParaRPr lang="en-DE" sz="2600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0A5593C-0A3B-404B-A77F-CC40C2B716B9}"/>
              </a:ext>
            </a:extLst>
          </p:cNvPr>
          <p:cNvSpPr/>
          <p:nvPr/>
        </p:nvSpPr>
        <p:spPr>
          <a:xfrm>
            <a:off x="7606607" y="4362795"/>
            <a:ext cx="3844636" cy="151707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Teaching/learning activities</a:t>
            </a:r>
            <a:endParaRPr lang="en-DE" sz="260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2157476-F801-4C0D-AA55-AC3494FAB6E4}"/>
              </a:ext>
            </a:extLst>
          </p:cNvPr>
          <p:cNvSpPr/>
          <p:nvPr/>
        </p:nvSpPr>
        <p:spPr>
          <a:xfrm>
            <a:off x="740758" y="4362795"/>
            <a:ext cx="3844636" cy="1517073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Assessment tasks</a:t>
            </a:r>
            <a:endParaRPr lang="en-DE" sz="2600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54DA664-BEEB-4222-893F-87E691203C8E}"/>
              </a:ext>
            </a:extLst>
          </p:cNvPr>
          <p:cNvCxnSpPr>
            <a:cxnSpLocks/>
          </p:cNvCxnSpPr>
          <p:nvPr/>
        </p:nvCxnSpPr>
        <p:spPr>
          <a:xfrm flipH="1">
            <a:off x="2814320" y="2495205"/>
            <a:ext cx="1425171" cy="1731355"/>
          </a:xfrm>
          <a:prstGeom prst="straightConnector1">
            <a:avLst/>
          </a:prstGeom>
          <a:ln w="142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0DCB941-C911-4DF1-A645-39DD2C67BC4D}"/>
              </a:ext>
            </a:extLst>
          </p:cNvPr>
          <p:cNvCxnSpPr>
            <a:cxnSpLocks/>
          </p:cNvCxnSpPr>
          <p:nvPr/>
        </p:nvCxnSpPr>
        <p:spPr>
          <a:xfrm flipH="1">
            <a:off x="4907627" y="5194990"/>
            <a:ext cx="2376746" cy="0"/>
          </a:xfrm>
          <a:prstGeom prst="straightConnector1">
            <a:avLst/>
          </a:prstGeom>
          <a:ln w="142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A3127E3-2E7B-4CBC-8925-25613274A1C7}"/>
              </a:ext>
            </a:extLst>
          </p:cNvPr>
          <p:cNvCxnSpPr>
            <a:cxnSpLocks/>
          </p:cNvCxnSpPr>
          <p:nvPr/>
        </p:nvCxnSpPr>
        <p:spPr>
          <a:xfrm>
            <a:off x="8094230" y="2495204"/>
            <a:ext cx="1434695" cy="1731356"/>
          </a:xfrm>
          <a:prstGeom prst="straightConnector1">
            <a:avLst/>
          </a:prstGeom>
          <a:ln w="142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108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</Words>
  <Application>Microsoft Office PowerPoint</Application>
  <PresentationFormat>Breitbild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Sarah von Grebmer</dc:creator>
  <cp:lastModifiedBy>Sarah von Grebmer</cp:lastModifiedBy>
  <cp:revision>3</cp:revision>
  <dcterms:created xsi:type="dcterms:W3CDTF">2026-09-22T13:02:30Z</dcterms:created>
  <dcterms:modified xsi:type="dcterms:W3CDTF">2026-09-22T13:14:36Z</dcterms:modified>
</cp:coreProperties>
</file>